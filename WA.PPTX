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8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7" autoAdjust="0"/>
    <p:restoredTop sz="94660"/>
  </p:normalViewPr>
  <p:slideViewPr>
    <p:cSldViewPr snapToGrid="0">
      <p:cViewPr varScale="1">
        <p:scale>
          <a:sx n="50" d="100"/>
          <a:sy n="50" d="100"/>
        </p:scale>
        <p:origin x="48" y="9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D8D2-4E43-4A17-B8A8-D0E470E3CDBA}" type="datetimeFigureOut">
              <a:rPr lang="en-US" smtClean="0"/>
              <a:t>4/14/2015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F3759AA8-A3B2-4CE1-B9E7-F5849DD9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534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D8D2-4E43-4A17-B8A8-D0E470E3CDBA}" type="datetimeFigureOut">
              <a:rPr lang="en-US" smtClean="0"/>
              <a:t>4/14/2015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59AA8-A3B2-4CE1-B9E7-F5849DD9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21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D8D2-4E43-4A17-B8A8-D0E470E3CDBA}" type="datetimeFigureOut">
              <a:rPr lang="en-US" smtClean="0"/>
              <a:t>4/14/2015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F3759AA8-A3B2-4CE1-B9E7-F5849DD9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2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D8D2-4E43-4A17-B8A8-D0E470E3CDBA}" type="datetimeFigureOut">
              <a:rPr lang="en-US" smtClean="0"/>
              <a:t>4/14/2015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59AA8-A3B2-4CE1-B9E7-F5849DD9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657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D8D2-4E43-4A17-B8A8-D0E470E3CDBA}" type="datetimeFigureOut">
              <a:rPr lang="en-US" smtClean="0"/>
              <a:t>4/14/2015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59AA8-A3B2-4CE1-B9E7-F5849DD9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617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D8D2-4E43-4A17-B8A8-D0E470E3CDBA}" type="datetimeFigureOut">
              <a:rPr lang="en-US" smtClean="0"/>
              <a:t>4/14/2015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59AA8-A3B2-4CE1-B9E7-F5849DD9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810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D8D2-4E43-4A17-B8A8-D0E470E3CDBA}" type="datetimeFigureOut">
              <a:rPr lang="en-US" smtClean="0"/>
              <a:t>4/14/2015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59AA8-A3B2-4CE1-B9E7-F5849DD9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644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D8D2-4E43-4A17-B8A8-D0E470E3CDBA}" type="datetimeFigureOut">
              <a:rPr lang="en-US" smtClean="0"/>
              <a:t>4/14/2015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59AA8-A3B2-4CE1-B9E7-F5849DD9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375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D8D2-4E43-4A17-B8A8-D0E470E3CDBA}" type="datetimeFigureOut">
              <a:rPr lang="en-US" smtClean="0"/>
              <a:t>4/14/2015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59AA8-A3B2-4CE1-B9E7-F5849DD9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18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D8D2-4E43-4A17-B8A8-D0E470E3CDBA}" type="datetimeFigureOut">
              <a:rPr lang="en-US" smtClean="0"/>
              <a:t>4/14/2015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F3759AA8-A3B2-4CE1-B9E7-F5849DD9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978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D8D2-4E43-4A17-B8A8-D0E470E3CDBA}" type="datetimeFigureOut">
              <a:rPr lang="en-US" smtClean="0"/>
              <a:t>4/14/2015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F3759AA8-A3B2-4CE1-B9E7-F5849DD9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827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D8D2-4E43-4A17-B8A8-D0E470E3CDBA}" type="datetimeFigureOut">
              <a:rPr lang="en-US" smtClean="0"/>
              <a:t>4/14/2015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F3759AA8-A3B2-4CE1-B9E7-F5849DD91AC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699802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D8D2-4E43-4A17-B8A8-D0E470E3CDBA}" type="datetimeFigureOut">
              <a:rPr lang="en-US" smtClean="0"/>
              <a:t>4/14/2015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F3759AA8-A3B2-4CE1-B9E7-F5849DD9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035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D8D2-4E43-4A17-B8A8-D0E470E3CDBA}" type="datetimeFigureOut">
              <a:rPr lang="en-US" smtClean="0"/>
              <a:t>4/14/2015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59AA8-A3B2-4CE1-B9E7-F5849DD9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7725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D8D2-4E43-4A17-B8A8-D0E470E3CDBA}" type="datetimeFigureOut">
              <a:rPr lang="en-US" smtClean="0"/>
              <a:t>4/14/2015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59AA8-A3B2-4CE1-B9E7-F5849DD9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1318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D8D2-4E43-4A17-B8A8-D0E470E3CDBA}" type="datetimeFigureOut">
              <a:rPr lang="en-US" smtClean="0"/>
              <a:t>4/14/2015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59AA8-A3B2-4CE1-B9E7-F5849DD9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5641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4C9AD8D2-4E43-4A17-B8A8-D0E470E3CDBA}" type="datetimeFigureOut">
              <a:rPr lang="en-US" smtClean="0"/>
              <a:t>4/14/2015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F3759AA8-A3B2-4CE1-B9E7-F5849DD9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19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9AD8D2-4E43-4A17-B8A8-D0E470E3CDBA}" type="datetimeFigureOut">
              <a:rPr lang="en-US" smtClean="0"/>
              <a:t>4/14/2015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59AA8-A3B2-4CE1-B9E7-F5849DD9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19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6" y="2115345"/>
            <a:ext cx="3426660" cy="268525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By John Bowes and James Houston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962400" y="2796252"/>
            <a:ext cx="5067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/>
              <a:t>Wentworth Air Database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678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Our database will represent a airport infrastructure including multiple airports, airlines, planes, as well as staff, customers, and flights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It can successfully organize and display flights and hold customer account information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863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14842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0" y="3244334"/>
            <a:ext cx="33147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/>
              <a:t>ERD Diagram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688731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1908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382000" y="3244334"/>
            <a:ext cx="33147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/>
              <a:t>Conceptual Design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743387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5</TotalTime>
  <Words>51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Trebuchet MS</vt:lpstr>
      <vt:lpstr>Berlin</vt:lpstr>
      <vt:lpstr>PowerPoint Presentation</vt:lpstr>
      <vt:lpstr>Introduction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Bowes, John</dc:creator>
  <cp:lastModifiedBy>Houston, James</cp:lastModifiedBy>
  <cp:revision>3</cp:revision>
  <dcterms:created xsi:type="dcterms:W3CDTF">2015-04-14T17:22:39Z</dcterms:created>
  <dcterms:modified xsi:type="dcterms:W3CDTF">2015-04-14T17:30:00Z</dcterms:modified>
</cp:coreProperties>
</file>